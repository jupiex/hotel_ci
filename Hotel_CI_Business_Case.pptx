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Early Warning System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&amp; Investment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164592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Radisson Hotel Group  ·  Confidential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solving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Radisson Hotel Group  ·  Confidential  · 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578608" cy="3200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2578608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371600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353312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9496" y="195681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9496" y="2377440"/>
            <a:ext cx="23225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signings, owner churn risk, and RevPAR pressure are detected weeks late — after the damage is done.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1188720"/>
            <a:ext cx="2578608" cy="3200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188720"/>
            <a:ext cx="2578608" cy="64008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92424" y="1371600"/>
            <a:ext cx="475488" cy="475488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2424" y="1353312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55848" y="195681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55848" y="2377440"/>
            <a:ext cx="23225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Revenue, and Asset Management teams spend ~2 days/week aggregating signals that could be automated.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44184" y="1188720"/>
            <a:ext cx="2578608" cy="3200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44184" y="1188720"/>
            <a:ext cx="2578608" cy="6400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8776" y="1371600"/>
            <a:ext cx="475488" cy="47548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353312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72200" y="195681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72200" y="2377440"/>
            <a:ext cx="23225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and CDO have no unified early-warning dashboard — decisions rely on gut feel and fragmented reports.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8-Agent CI Early Warning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data → applies thresholds → alerts the right person before the problem becomes a crisis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Radisson Hotel Group  ·  Confidential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4114800" cy="35204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agents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572768"/>
            <a:ext cx="384048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Market Entry — Where to sign next</a:t>
            </a:r>
            <a:endParaRPr lang="en-US" sz="11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Competitive Surveillance — What rivals are doing</a:t>
            </a:r>
            <a:endParaRPr lang="en-US" sz="11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Revenue Intelligence — RevPAR &amp; rate parity gaps</a:t>
            </a:r>
            <a:endParaRPr lang="en-US" sz="11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Owner &amp; Partner — Renewal &amp; churn risk</a:t>
            </a:r>
            <a:endParaRPr lang="en-US" sz="11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Talent &amp; Capability — Rival hiring signals</a:t>
            </a:r>
            <a:endParaRPr lang="en-US" sz="11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Regulatory &amp; Macro — FX &amp; cost shocks</a:t>
            </a:r>
            <a:endParaRPr lang="en-US" sz="11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Orchestrator — Board brief + ABP assumptions</a:t>
            </a:r>
            <a:endParaRPr lang="en-US" sz="11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Property Operations — Daily hotel KPIs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115568"/>
            <a:ext cx="3977640" cy="352044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188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572768"/>
            <a:ext cx="3712464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CSV exports from Synapse, Reltio, STR, OTA Insight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RED / YELLOW / GREEN threshold logic per KIT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per-agent JSON alerts every morning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7 evaluates 5 load-bearing ABP assumptions: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→ WATCH → AT RISK → BREACHED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board brief (Claude AI) + GM dashboard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monitored — ABP Assumptions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7 evaluates these on every run and flags the board when an assumption is at risk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Radisson Hotel Group  ·  Confidential  ·  2026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15568"/>
          <a:ext cx="8321040" cy="3474720"/>
        </p:xfrm>
        <a:graphic>
          <a:graphicData uri="http://schemas.openxmlformats.org/drawingml/2006/table">
            <a:tbl>
              <a:tblPr/>
              <a:tblGrid>
                <a:gridCol w="502920"/>
                <a:gridCol w="4069080"/>
                <a:gridCol w="37490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 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signs at standard fee structure (3–4% mgmt fee)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churn or fee pressure signals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RevPAR breakeven within 36 months of opening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/ demand / RevPAR RED 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cannibalisation in same submarket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Rival signing in same market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&amp; labour costs within 10% YoY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Wage or energy RED in Regulatory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 programme retains share vs rival devaluations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 / devaluation signals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required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Azure Synapse + Reltio already licensed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Radisson Hotel Group  ·  Confidential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80467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 cost: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£8,000 – £18,000 / year</a:t>
            </a:r>
            <a:pPr algn="ctr"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(if data licences already held)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956816"/>
          <a:ext cx="8321040" cy="2743200"/>
        </p:xfrm>
        <a:graphic>
          <a:graphicData uri="http://schemas.openxmlformats.org/drawingml/2006/table">
            <a:tbl>
              <a:tblPr/>
              <a:tblGrid>
                <a:gridCol w="2331720"/>
                <a:gridCol w="1280160"/>
                <a:gridCol w="1645920"/>
                <a:gridCol w="3063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spend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Synapse + Blob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Licensed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~£200/yr marginal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extra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Reltio MDM (owner data)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Licensed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feeds Agents 4 &amp;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 / CoStar (pipeline)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£0 – £40,000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with Strategy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OTA Insight / RateGain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£0 – £16,000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with Revenue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AI API (Agent 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~£400/yr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one minibar/day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time (connect pipes)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£5,000 – £12,000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~10–15 days, one-off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OAG / LinkedIn (optional)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£16,000 – £55,000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if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(data already licensed)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£5,600 – £12,600/yr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pays back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avoided mistake covers years of running cost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Radisson Hotel Group  ·  Confidential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606040" cy="3611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78992"/>
            <a:ext cx="2606040" cy="731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120700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 signings flagged within 24h vs 2–3 weeks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brief ready every Monday morning, automated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dashboard highlights top 3 property issues daily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27832" y="1078992"/>
            <a:ext cx="2606040" cy="3611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078992"/>
            <a:ext cx="2606040" cy="731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20700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PIPELINE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173736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FX floor clause added before LOI signed → avoids ~€200K+ per deal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BD effort redirected from oversupplied markets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90-day hold triggered before cannibalisation confirmed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44184" y="1078992"/>
            <a:ext cx="2606040" cy="3611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44184" y="1078992"/>
            <a:ext cx="260604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20700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EFFORT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35624" y="173736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days/week per team freed from report aggregation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teams × ~300 analyst hours/year recovered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£60/hr blended rate = ~£18,000/yr in capacity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built. 3 steps to go live.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Radisson Hotel Group  ·  Confidential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633472" cy="3611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78992"/>
            <a:ext cx="2633472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12070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120700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data pipes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24505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Synapse &amp; Reltio exports → CSV schemas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ANTHROPIC_API_KEY for Claude board briefs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daily automated run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" y="4315968"/>
            <a:ext cx="2377440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4315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time only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7832" y="1078992"/>
            <a:ext cx="2633472" cy="3611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1078992"/>
            <a:ext cx="2633472" cy="7315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2070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16552" y="120700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thresholds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9272" y="1993392"/>
            <a:ext cx="24505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RED/YELLOW thresholds with Strategy &amp; Revenue teams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 STR competitive data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GM dashboard review + sign-off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55848" y="4315968"/>
            <a:ext cx="2377440" cy="27432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4315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dev estimate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44184" y="1078992"/>
            <a:ext cx="2633472" cy="3611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44184" y="1078992"/>
            <a:ext cx="2633472" cy="731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2070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32904" y="120700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automate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35624" y="1993392"/>
            <a:ext cx="24505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OAG demand feed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nightly pipeline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public board dashboard URL via Azure Static Web Apps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4315968"/>
            <a:ext cx="2377440" cy="2743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4315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data licences if needed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proceed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2633472" cy="3474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F61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6072" y="1170432"/>
            <a:ext cx="475488" cy="47548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161288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61288" y="1207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1288" y="1517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" y="1901952"/>
            <a:ext cx="23042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£5,600 – £12,600/yr incremental budget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confirm data licences already held → £0 new spend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27832" y="1005840"/>
            <a:ext cx="2633472" cy="3474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F61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92424" y="1170432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1161288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77640" y="1207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1517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92424" y="1901952"/>
            <a:ext cx="23042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data owners: STR, OTA Insight, Opera PMS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days dev time to wire pipes into prototype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44184" y="1005840"/>
            <a:ext cx="2633472" cy="3474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F61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1170432"/>
            <a:ext cx="475488" cy="475488"/>
          </a:xfrm>
          <a:prstGeom prst="ellipse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161288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93992" y="1207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93992" y="1517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08776" y="1901952"/>
            <a:ext cx="23042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automated run live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dashboard accessible to CDO + CEO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dashboard live for pilot properties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4626864"/>
            <a:ext cx="832104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62686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is fully built and running. This is a wiring exercise, not a build.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infrastructure required beyond what Radisson already operates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Radisson Hotel Group  ·  Confidential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69164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71600"/>
            <a:ext cx="1691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Synapse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Reltio MDM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/ OTA Insight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874520"/>
            <a:ext cx="201168" cy="0"/>
          </a:xfrm>
          <a:prstGeom prst="line">
            <a:avLst/>
          </a:prstGeom>
          <a:noFill/>
          <a:ln w="19050">
            <a:solidFill>
              <a:srgbClr val="6C7A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371600"/>
            <a:ext cx="1691640" cy="1005840"/>
          </a:xfrm>
          <a:prstGeom prst="rect">
            <a:avLst/>
          </a:prstGeom>
          <a:solidFill>
            <a:srgbClr val="6C7A89"/>
          </a:solidFill>
          <a:ln w="12700">
            <a:solidFill>
              <a:srgbClr val="6C7A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1371600"/>
            <a:ext cx="1691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(nightly)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77640" y="1874520"/>
            <a:ext cx="201168" cy="0"/>
          </a:xfrm>
          <a:prstGeom prst="line">
            <a:avLst/>
          </a:prstGeom>
          <a:noFill/>
          <a:ln w="19050">
            <a:solidFill>
              <a:srgbClr val="6C7A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371600"/>
            <a:ext cx="1691640" cy="10058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60520" y="1371600"/>
            <a:ext cx="1691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Python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1874520"/>
            <a:ext cx="201168" cy="0"/>
          </a:xfrm>
          <a:prstGeom prst="line">
            <a:avLst/>
          </a:prstGeom>
          <a:noFill/>
          <a:ln w="19050">
            <a:solidFill>
              <a:srgbClr val="6C7A8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169164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371600"/>
            <a:ext cx="1691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26680" y="1874520"/>
            <a:ext cx="201168" cy="0"/>
          </a:xfrm>
          <a:prstGeom prst="line">
            <a:avLst/>
          </a:prstGeom>
          <a:noFill/>
          <a:ln w="19050">
            <a:solidFill>
              <a:srgbClr val="6C7A8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1371600"/>
            <a:ext cx="1691640" cy="10058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0" y="1371600"/>
            <a:ext cx="1691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HTML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80860" y="2377440"/>
            <a:ext cx="0" cy="384048"/>
          </a:xfrm>
          <a:prstGeom prst="line">
            <a:avLst/>
          </a:prstGeom>
          <a:noFill/>
          <a:ln w="19050">
            <a:solidFill>
              <a:srgbClr val="6C7A8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761488"/>
            <a:ext cx="169164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2761488"/>
            <a:ext cx="16916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 7)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26680" y="3172968"/>
            <a:ext cx="566928" cy="0"/>
          </a:xfrm>
          <a:prstGeom prst="line">
            <a:avLst/>
          </a:prstGeom>
          <a:noFill/>
          <a:ln w="19050">
            <a:solidFill>
              <a:srgbClr val="6C7A8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3608" y="2761488"/>
            <a:ext cx="1691640" cy="822960"/>
          </a:xfrm>
          <a:prstGeom prst="rect">
            <a:avLst/>
          </a:prstGeom>
          <a:solidFill>
            <a:srgbClr val="D6E4F0"/>
          </a:solidFill>
          <a:ln w="12700">
            <a:solidFill>
              <a:srgbClr val="C8D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93608" y="2761488"/>
            <a:ext cx="16916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Brief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(Markdown)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383280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server, no database, no auth layer required</a:t>
            </a:r>
            <a:endParaRPr lang="en-US" sz="11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scheduled Azure Function or GitHub Actions workflow</a:t>
            </a:r>
            <a:endParaRPr lang="en-US" sz="11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static files — zero infrastructure to maintain</a:t>
            </a:r>
            <a:endParaRPr lang="en-US" sz="11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 logic is open, auditable Python — no black box</a:t>
            </a:r>
            <a:endParaRPr lang="en-US" sz="11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call is one HTTP request per day — cost is negligible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 Early Warning System — Business Case</dc:title>
  <dc:subject>Investment Summary 2026</dc:subject>
  <dc:creator>Radisson Hotel Group</dc:creator>
  <cp:lastModifiedBy>Radisson Hotel Group</cp:lastModifiedBy>
  <cp:revision>1</cp:revision>
  <dcterms:created xsi:type="dcterms:W3CDTF">2026-05-04T09:15:48Z</dcterms:created>
  <dcterms:modified xsi:type="dcterms:W3CDTF">2026-05-04T09:15:48Z</dcterms:modified>
</cp:coreProperties>
</file>